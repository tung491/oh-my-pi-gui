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 Nang</c:v>
                  </c:pt>
                  <c:pt idx="1">
                    <c:v>Hanoi</c:v>
                  </c:pt>
                  <c:pt idx="2">
                    <c:v>Ho Chi Minh City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2450</c:v>
                </c:pt>
                <c:pt idx="2">
                  <c:v>3100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F4B1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 Nang</c:v>
                  </c:pt>
                  <c:pt idx="1">
                    <c:v>Hanoi</c:v>
                  </c:pt>
                  <c:pt idx="2">
                    <c:v>Ho Chi Minh City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Quarterly sales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490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sales team met on Monday to review the third quarter.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Quarterly sales review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in every region except the north.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by region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10911535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second office in Da Nang.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two sales staff before December.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prices in the north.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summary to every branch</a:t>
            </a:r>
            <a:endParaRPr lang="en-US" sz="20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the regional table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Decisions (cont.)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last quarter's figures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next meeting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leads the Da Nang office?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the new price list start?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sales review</dc:title>
  <dc:subject>PptxGenJS Presentation</dc:subject>
  <dc:creator>Sai ATLAS</dc:creator>
  <cp:lastModifiedBy>Sai ATLAS</cp:lastModifiedBy>
  <cp:revision>1</cp:revision>
  <dcterms:created xsi:type="dcterms:W3CDTF">2026-10-08T01:47:49Z</dcterms:created>
  <dcterms:modified xsi:type="dcterms:W3CDTF">2026-10-08T01:47:49Z</dcterms:modified>
</cp:coreProperties>
</file>